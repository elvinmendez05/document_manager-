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2"/>
  </p:notesMasterIdLst>
  <p:handoutMasterIdLst>
    <p:handoutMasterId r:id="rId13"/>
  </p:handoutMasterIdLst>
  <p:sldIdLst>
    <p:sldId id="298" r:id="rId4"/>
    <p:sldId id="283" r:id="rId5"/>
    <p:sldId id="307" r:id="rId6"/>
    <p:sldId id="311" r:id="rId7"/>
    <p:sldId id="303" r:id="rId8"/>
    <p:sldId id="312" r:id="rId9"/>
    <p:sldId id="310" r:id="rId10"/>
    <p:sldId id="309" r:id="rId1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 autoAdjust="0"/>
    <p:restoredTop sz="96980" autoAdjust="0"/>
  </p:normalViewPr>
  <p:slideViewPr>
    <p:cSldViewPr snapToGrid="0">
      <p:cViewPr varScale="1">
        <p:scale>
          <a:sx n="68" d="100"/>
          <a:sy n="68" d="100"/>
        </p:scale>
        <p:origin x="990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19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01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0C787AE-A2C6-4A28-BCC7-4D89EB21DEE5}" type="datetime1">
              <a:rPr lang="es-ES" smtClean="0"/>
              <a:t>26/01/2022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BDA65D4-3BBC-4853-83D3-F449A9B7FDA5}" type="datetime1">
              <a:rPr lang="es-ES" noProof="0" smtClean="0"/>
              <a:t>26/01/2022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70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662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l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el 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9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lnSpc>
                <a:spcPct val="7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Edite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mparación izquierdo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comparación izquierdo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Escriba la leyenda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400" b="1" spc="-300" dirty="0"/>
            </a:lvl1pPr>
          </a:lstStyle>
          <a:p>
            <a:pPr lvl="0" algn="r" rtl="0"/>
            <a:r>
              <a:rPr lang="es-ES" noProof="0"/>
              <a:t>Gracias</a:t>
            </a: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 dirty="0"/>
              <a:t>Nombre completo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Número de teléfono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Identificador de red social o correo electrónico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Sitio web de la empresa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Cuadro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es-ES" sz="2500" b="1" i="0" spc="-10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s-ES" sz="1600" b="1" i="0" spc="-10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s-E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s-ES" sz="1200" b="0" i="0" spc="14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6" y="-101142"/>
            <a:ext cx="10286381" cy="6706894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rtlCol="0"/>
          <a:lstStyle/>
          <a:p>
            <a:pPr rtl="0"/>
            <a:r>
              <a:rPr lang="es-DO" sz="5200" dirty="0"/>
              <a:t>PLAN DE NEGOCIO</a:t>
            </a:r>
            <a:endParaRPr lang="es-ES" sz="5200" dirty="0"/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5"/>
            <a:ext cx="5472000" cy="3859705"/>
          </a:xfrm>
        </p:spPr>
        <p:txBody>
          <a:bodyPr rtlCol="0"/>
          <a:lstStyle/>
          <a:p>
            <a:pPr marL="0" indent="0">
              <a:buNone/>
            </a:pPr>
            <a:endParaRPr lang="es-ES" sz="2500" dirty="0"/>
          </a:p>
          <a:p>
            <a:r>
              <a:rPr lang="es-ES" sz="2500" dirty="0"/>
              <a:t>Es una herramienta de gestión que ayuda al emprendedor a definir cada paso de la empresa, ya sea para  una empresa o expandir una unidad.</a:t>
            </a:r>
          </a:p>
          <a:p>
            <a:r>
              <a:rPr lang="es-ES" sz="2500" dirty="0"/>
              <a:t>Independientemente del escenario en el que te encuentres, este documento te ayudará a mapear tus objetivos empresariales y los pasos que debes seguir para lograr los resultados esperados.</a:t>
            </a:r>
          </a:p>
          <a:p>
            <a:r>
              <a:rPr lang="es-ES" sz="2500" dirty="0"/>
              <a:t>Un </a:t>
            </a:r>
            <a:r>
              <a:rPr lang="es-ES" sz="2500" b="1" dirty="0"/>
              <a:t>plan de negocio</a:t>
            </a:r>
            <a:r>
              <a:rPr lang="es-ES" sz="2500" dirty="0"/>
              <a:t> es un documento formal de objetivos empresariales, que se constituye como una fase de proyección y evaluación. </a:t>
            </a:r>
          </a:p>
          <a:p>
            <a:br>
              <a:rPr lang="es-ES" sz="2000" dirty="0"/>
            </a:br>
            <a:endParaRPr lang="es-ES" sz="2000" dirty="0"/>
          </a:p>
        </p:txBody>
      </p:sp>
      <p:pic>
        <p:nvPicPr>
          <p:cNvPr id="9" name="Marcador de posición de imagen 8" descr="Una mano tocando un teléfono móvil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sz="5200" dirty="0"/>
              <a:t>Qué es un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algn="just" rtl="0"/>
            <a:r>
              <a:rPr lang="es-ES" sz="4000" dirty="0"/>
              <a:t>Plan de Negocio</a:t>
            </a:r>
            <a:r>
              <a:rPr lang="es-ES" sz="5000" dirty="0"/>
              <a:t>?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5522145" y="615150"/>
            <a:ext cx="6641900" cy="1124345"/>
          </a:xfrm>
        </p:spPr>
        <p:txBody>
          <a:bodyPr/>
          <a:lstStyle/>
          <a:p>
            <a:r>
              <a:rPr lang="es-DO" dirty="0"/>
              <a:t>Objetivos y Beneficios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1"/>
          </p:nvPr>
        </p:nvSpPr>
        <p:spPr>
          <a:xfrm>
            <a:off x="6373060" y="3168225"/>
            <a:ext cx="5472000" cy="2428351"/>
          </a:xfrm>
        </p:spPr>
        <p:txBody>
          <a:bodyPr/>
          <a:lstStyle/>
          <a:p>
            <a:pPr marL="0" indent="0">
              <a:buNone/>
            </a:pPr>
            <a:r>
              <a:rPr lang="es-ES" sz="3000" dirty="0"/>
              <a:t>Un plan de negocios es, sobre todo, una herramienta de trabajo que guiará todo lo que debe hacerse, analizarse y considerarse en tu gestión.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3</a:t>
            </a:fld>
            <a:endParaRPr lang="es-ES" noProof="0"/>
          </a:p>
        </p:txBody>
      </p:sp>
      <p:sp>
        <p:nvSpPr>
          <p:cNvPr id="9" name="8 Rectángulo"/>
          <p:cNvSpPr/>
          <p:nvPr/>
        </p:nvSpPr>
        <p:spPr>
          <a:xfrm>
            <a:off x="350875" y="321156"/>
            <a:ext cx="5241852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sz="1500" dirty="0"/>
          </a:p>
          <a:p>
            <a:r>
              <a:rPr lang="es-ES" sz="1500" b="1" dirty="0"/>
              <a:t>1. Simulación de escenarios</a:t>
            </a:r>
          </a:p>
          <a:p>
            <a:r>
              <a:rPr lang="es-ES" sz="1500" dirty="0"/>
              <a:t>Para comprender a qué se enfrentará tu empresa en el futuro, puedes crear una simulación de posibles escenarios. para comprender exactamente cuáles son los pros y los contras, las mayores oportunidades y amenazas y mucho más!</a:t>
            </a:r>
          </a:p>
          <a:p>
            <a:endParaRPr lang="es-ES" sz="1500" dirty="0"/>
          </a:p>
          <a:p>
            <a:r>
              <a:rPr lang="es-ES" sz="1500" b="1" dirty="0"/>
              <a:t>2. Preparación para la adversidad</a:t>
            </a:r>
          </a:p>
          <a:p>
            <a:r>
              <a:rPr lang="es-ES" sz="1500" dirty="0"/>
              <a:t>Un plan de negocios implica la identificación de problemas potenciales que pueden enfrentarse en el camino de la empresa.</a:t>
            </a:r>
          </a:p>
          <a:p>
            <a:r>
              <a:rPr lang="es-ES" sz="1500" b="1" dirty="0"/>
              <a:t>3. Alineación de la información</a:t>
            </a:r>
          </a:p>
          <a:p>
            <a:r>
              <a:rPr lang="es-ES" sz="1500" dirty="0"/>
              <a:t>Puede ser la mejor manera de </a:t>
            </a:r>
            <a:r>
              <a:rPr lang="es-ES" sz="1500" b="1" dirty="0"/>
              <a:t>mantener toda la información relevante registrada, organizada y alineada. </a:t>
            </a:r>
            <a:r>
              <a:rPr lang="es-ES" sz="1500" dirty="0"/>
              <a:t>Esto asegura que todas las partes involucradas en la empresa conozcan los detalles.</a:t>
            </a:r>
          </a:p>
          <a:p>
            <a:r>
              <a:rPr lang="es-ES" sz="1500" b="1" dirty="0"/>
              <a:t>4. Corrección de desvíos</a:t>
            </a:r>
          </a:p>
          <a:p>
            <a:r>
              <a:rPr lang="es-ES" sz="1500" dirty="0"/>
              <a:t>Con un buen plan de negocios, puedes obtener una idea más clara de los pasos que debe seguir tu empresa y los posibles resultados en cada uno de esos momentos.</a:t>
            </a:r>
          </a:p>
          <a:p>
            <a:r>
              <a:rPr lang="es-ES" sz="1500" dirty="0"/>
              <a:t>De esa forma podrás anticipar los problemas y si, a pesar de todo, algo se desvía del camino, podrás corregirlo.</a:t>
            </a:r>
          </a:p>
          <a:p>
            <a:r>
              <a:rPr lang="es-ES" sz="1500" b="1" dirty="0"/>
              <a:t>5. Obtención de financiación</a:t>
            </a:r>
          </a:p>
          <a:p>
            <a:r>
              <a:rPr lang="es-ES" sz="1500" dirty="0"/>
              <a:t>Realizar un plan garantiza que los inversores potenciales tengan acceso a contenido profesional, objetivo y de calidad, lo que aumenta las posibilidades de recaudación de fondos.</a:t>
            </a:r>
          </a:p>
        </p:txBody>
      </p:sp>
    </p:spTree>
    <p:extLst>
      <p:ext uri="{BB962C8B-B14F-4D97-AF65-F5344CB8AC3E}">
        <p14:creationId xmlns:p14="http://schemas.microsoft.com/office/powerpoint/2010/main" val="67281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4</a:t>
            </a:fld>
            <a:endParaRPr lang="es-ES" noProof="0"/>
          </a:p>
        </p:txBody>
      </p:sp>
      <p:pic>
        <p:nvPicPr>
          <p:cNvPr id="1026" name="Picture 2" descr="7 Razones para escribir un Plan de Negoc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26848"/>
            <a:ext cx="8208833" cy="669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75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6E50F47-07B8-4828-ABC5-B1EA2B7FD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47249"/>
            <a:ext cx="6641900" cy="1124345"/>
          </a:xfrm>
        </p:spPr>
        <p:txBody>
          <a:bodyPr/>
          <a:lstStyle/>
          <a:p>
            <a:r>
              <a:rPr lang="es-DO" dirty="0"/>
              <a:t>CONTENIDO DE UN 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875168-ABCF-43A3-A3D5-F7B0BCDF78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18334" y="1282228"/>
            <a:ext cx="6641626" cy="590155"/>
          </a:xfrm>
        </p:spPr>
        <p:txBody>
          <a:bodyPr/>
          <a:lstStyle/>
          <a:p>
            <a:pPr algn="r"/>
            <a:r>
              <a:rPr lang="es-DO" sz="3000" dirty="0"/>
              <a:t>PLAN DE NEGOCIO</a:t>
            </a:r>
            <a:endParaRPr lang="es-ES" sz="300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BD70A9-262D-493C-8918-FDE1087A745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5</a:t>
            </a:fld>
            <a:endParaRPr lang="es-ES" noProof="0"/>
          </a:p>
        </p:txBody>
      </p:sp>
      <p:pic>
        <p:nvPicPr>
          <p:cNvPr id="8" name="7 Marcador de posición de imagen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7" r="14117"/>
          <a:stretch>
            <a:fillRect/>
          </a:stretch>
        </p:blipFill>
        <p:spPr>
          <a:xfrm>
            <a:off x="42530" y="818707"/>
            <a:ext cx="6053470" cy="5552643"/>
          </a:xfrm>
        </p:spPr>
      </p:pic>
      <p:sp>
        <p:nvSpPr>
          <p:cNvPr id="9" name="8 Marcador de contenido"/>
          <p:cNvSpPr>
            <a:spLocks noGrp="1"/>
          </p:cNvSpPr>
          <p:nvPr>
            <p:ph sz="half" idx="1"/>
          </p:nvPr>
        </p:nvSpPr>
        <p:spPr>
          <a:xfrm>
            <a:off x="6202940" y="2136866"/>
            <a:ext cx="5472000" cy="2428351"/>
          </a:xfrm>
        </p:spPr>
        <p:txBody>
          <a:bodyPr/>
          <a:lstStyle/>
          <a:p>
            <a:pPr marL="0" indent="0" algn="ctr">
              <a:buNone/>
            </a:pPr>
            <a:r>
              <a:rPr lang="es-ES" sz="3000" i="1" dirty="0"/>
              <a:t>Todos los planes de negocio no siguen una estructura fija.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6570920" y="3156836"/>
            <a:ext cx="40191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Presentación del proyecto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Idea de Negocio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Estudio de Mercado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Estrategia Comercial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Producción y Recursos Humanos.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Análisis económico financiero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Análisis </a:t>
            </a:r>
            <a:r>
              <a:rPr lang="es-ES" dirty="0" err="1"/>
              <a:t>DAFO</a:t>
            </a:r>
            <a:endParaRPr lang="es-ES" dirty="0"/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78818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BD70A9-262D-493C-8918-FDE1087A745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6</a:t>
            </a:fld>
            <a:endParaRPr lang="es-ES" noProof="0"/>
          </a:p>
        </p:txBody>
      </p:sp>
      <p:pic>
        <p:nvPicPr>
          <p:cNvPr id="3076" name="Picture 4" descr="Cómo hacer un Plan de Negocio o Business Plan? Guí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92" y="769936"/>
            <a:ext cx="11773483" cy="413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71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Marcador de número de diapositiva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7</a:t>
            </a:fld>
            <a:endParaRPr lang="es-ES" noProof="0"/>
          </a:p>
        </p:txBody>
      </p:sp>
      <p:sp>
        <p:nvSpPr>
          <p:cNvPr id="9" name="8 Rectángulo"/>
          <p:cNvSpPr/>
          <p:nvPr/>
        </p:nvSpPr>
        <p:spPr>
          <a:xfrm>
            <a:off x="287797" y="371298"/>
            <a:ext cx="6522901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b="1" dirty="0"/>
              <a:t>1. Presentación del proyecto</a:t>
            </a:r>
            <a:endParaRPr lang="es-ES" sz="1400" dirty="0"/>
          </a:p>
          <a:p>
            <a:r>
              <a:rPr lang="es-ES" sz="1400" dirty="0"/>
              <a:t>Se trata de realizar un pequeño resumen de lo que sería nuestra empresa</a:t>
            </a:r>
          </a:p>
          <a:p>
            <a:r>
              <a:rPr lang="es-ES" sz="1400" b="1" dirty="0"/>
              <a:t>2. Idea de negocio</a:t>
            </a:r>
            <a:endParaRPr lang="es-ES" sz="1400" dirty="0"/>
          </a:p>
          <a:p>
            <a:r>
              <a:rPr lang="es-ES" sz="1400" dirty="0"/>
              <a:t>En este caso se realizaría un pequeño resumen sobre el producto o servicio que vamos a desarrollar.</a:t>
            </a:r>
          </a:p>
          <a:p>
            <a:r>
              <a:rPr lang="es-ES" sz="1400" b="1" dirty="0"/>
              <a:t>3. Estudio de mercado</a:t>
            </a:r>
            <a:endParaRPr lang="es-ES" sz="1400" dirty="0"/>
          </a:p>
          <a:p>
            <a:r>
              <a:rPr lang="es-ES" sz="1400" dirty="0"/>
              <a:t>Debemos realizar un estudio del sector en el que nos vamos a introducir,  competencia que podríamos tener, clientes a los que vamos a ir dirigirnos, etc.</a:t>
            </a:r>
          </a:p>
          <a:p>
            <a:r>
              <a:rPr lang="es-ES" sz="1400" b="1" dirty="0"/>
              <a:t>4. Estrategia comercial</a:t>
            </a:r>
            <a:endParaRPr lang="es-ES" sz="1400" dirty="0"/>
          </a:p>
          <a:p>
            <a:r>
              <a:rPr lang="es-ES" sz="1400" dirty="0"/>
              <a:t>En este apartado vamos a analizar la forma en la que vamos a llegar a nuestros clientes, promociones a realizar, así como cuál sería nuestro canal de distribución.</a:t>
            </a:r>
          </a:p>
          <a:p>
            <a:r>
              <a:rPr lang="es-ES" sz="1400" b="1" dirty="0"/>
              <a:t>5. Producción y recursos humanos</a:t>
            </a:r>
            <a:endParaRPr lang="es-ES" sz="1400" dirty="0"/>
          </a:p>
          <a:p>
            <a:r>
              <a:rPr lang="es-ES" sz="1400" dirty="0"/>
              <a:t>Aquí analizaríamos la manera en la que vamos a llevar a cabo nuestro proyecto, así como la manera de realizar la gestión y control del personal de la empresa.</a:t>
            </a:r>
          </a:p>
          <a:p>
            <a:r>
              <a:rPr lang="es-ES" sz="1400" b="1" dirty="0"/>
              <a:t>6. Análisis económico financiero</a:t>
            </a:r>
            <a:endParaRPr lang="es-ES" sz="1400" dirty="0"/>
          </a:p>
          <a:p>
            <a:r>
              <a:rPr lang="es-ES" sz="1400" dirty="0"/>
              <a:t>Analizaremos los recursos necesarios para la puesta en marcha del proyecto, inversión inicial a realizar así como una previsión de gastos mensual. Por otro lado,  se analizarían los recursos que vamos obtener, en tiempo y forma, y así comprobaremos si tendremos los recursos necesarios para la sostenibilidad de la empresa, lo que comúnmente se llama, viabilidad económica.</a:t>
            </a:r>
          </a:p>
          <a:p>
            <a:r>
              <a:rPr lang="es-ES" sz="1400" b="1" dirty="0"/>
              <a:t>7. </a:t>
            </a:r>
            <a:r>
              <a:rPr lang="es-ES" sz="1400" b="1" dirty="0" err="1"/>
              <a:t>DAFO</a:t>
            </a:r>
            <a:endParaRPr lang="es-ES" sz="1400" dirty="0"/>
          </a:p>
          <a:p>
            <a:r>
              <a:rPr lang="es-ES" sz="1400" dirty="0"/>
              <a:t>se trata de realizar un análisis interno de lo que serían las debilidades, amenazas, fortalezas y oportunidades de nuestro negocio, y puesto que ya habremos realizado el análisis de nuestra competencia, estaremos en tiempo de realizar los cambios necesarios para arreglar todos aquellos puntos que estén en desventaja con respecto a empresas competidoras.</a:t>
            </a:r>
          </a:p>
          <a:p>
            <a:br>
              <a:rPr lang="es-ES" sz="1500" dirty="0"/>
            </a:br>
            <a:endParaRPr lang="es-ES" sz="1500" dirty="0"/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535" y="378395"/>
            <a:ext cx="6082864" cy="731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8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Marcador de posición de imagen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1" r="18291"/>
          <a:stretch>
            <a:fillRect/>
          </a:stretch>
        </p:blipFill>
        <p:spPr>
          <a:xfrm>
            <a:off x="0" y="-1"/>
            <a:ext cx="6172200" cy="6769101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C6E50F47-07B8-4828-ABC5-B1EA2B7FD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47249"/>
            <a:ext cx="6641900" cy="1124345"/>
          </a:xfrm>
        </p:spPr>
        <p:txBody>
          <a:bodyPr/>
          <a:lstStyle/>
          <a:p>
            <a:r>
              <a:rPr lang="es-DO" dirty="0"/>
              <a:t>CONTENIDO DE UN 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875168-ABCF-43A3-A3D5-F7B0BCDF78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56400" y="1282228"/>
            <a:ext cx="4991094" cy="590155"/>
          </a:xfrm>
        </p:spPr>
        <p:txBody>
          <a:bodyPr/>
          <a:lstStyle/>
          <a:p>
            <a:pPr algn="r"/>
            <a:r>
              <a:rPr lang="es-DO" sz="3000" dirty="0"/>
              <a:t>PLAN DE NEGOCIO</a:t>
            </a:r>
            <a:endParaRPr lang="es-ES" sz="300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777B6D1-278E-40C4-9718-BD3DB357A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2179674"/>
            <a:ext cx="5472000" cy="4189228"/>
          </a:xfrm>
        </p:spPr>
        <p:txBody>
          <a:bodyPr/>
          <a:lstStyle/>
          <a:p>
            <a:pPr marL="228600" indent="-228600" fontAlgn="base">
              <a:buFont typeface="+mj-lt"/>
              <a:buAutoNum type="arabicPeriod"/>
            </a:pPr>
            <a:r>
              <a:rPr lang="es-ES" dirty="0"/>
              <a:t>descripción clara y objetiva de tu empresa, a qué se dedica y cómo se destaca en el mercado;</a:t>
            </a:r>
          </a:p>
          <a:p>
            <a:pPr marL="228600" indent="-228600" fontAlgn="base">
              <a:buFont typeface="+mj-lt"/>
              <a:buAutoNum type="arabicPeriod"/>
            </a:pPr>
            <a:r>
              <a:rPr lang="es-ES" dirty="0"/>
              <a:t>misión, visión y valores de tu negocio;</a:t>
            </a:r>
          </a:p>
          <a:p>
            <a:pPr marL="228600" indent="-228600" fontAlgn="base">
              <a:buFont typeface="+mj-lt"/>
              <a:buAutoNum type="arabicPeriod"/>
            </a:pPr>
            <a:r>
              <a:rPr lang="es-ES" dirty="0"/>
              <a:t>descripción de empresarios, empleados y qué esperar de cada uno de estos profesionales;</a:t>
            </a:r>
          </a:p>
          <a:p>
            <a:pPr marL="228600" indent="-228600" fontAlgn="base">
              <a:buFont typeface="+mj-lt"/>
              <a:buAutoNum type="arabicPeriod"/>
            </a:pPr>
            <a:r>
              <a:rPr lang="es-ES" dirty="0"/>
              <a:t>cuáles son los productos y servicios que comercializará tu empresa, así como sus beneficios;</a:t>
            </a:r>
          </a:p>
          <a:p>
            <a:pPr marL="228600" indent="-228600" fontAlgn="base">
              <a:buFont typeface="+mj-lt"/>
              <a:buAutoNum type="arabicPeriod"/>
            </a:pPr>
            <a:r>
              <a:rPr lang="es-ES" dirty="0"/>
              <a:t>quiénes son los clientes de tu empresa;</a:t>
            </a:r>
          </a:p>
          <a:p>
            <a:pPr marL="228600" indent="-228600" fontAlgn="base">
              <a:buFont typeface="+mj-lt"/>
              <a:buAutoNum type="arabicPeriod"/>
            </a:pPr>
            <a:r>
              <a:rPr lang="es-ES" dirty="0"/>
              <a:t>dónde estará tu sede física;</a:t>
            </a:r>
          </a:p>
          <a:p>
            <a:pPr marL="228600" indent="-228600" fontAlgn="base">
              <a:buFont typeface="+mj-lt"/>
              <a:buAutoNum type="arabicPeriod"/>
            </a:pPr>
            <a:r>
              <a:rPr lang="es-ES" dirty="0"/>
              <a:t>cuáles son los procedimientos legales;</a:t>
            </a:r>
          </a:p>
          <a:p>
            <a:pPr marL="228600" indent="-228600" fontAlgn="base">
              <a:buFont typeface="+mj-lt"/>
              <a:buAutoNum type="arabicPeriod"/>
            </a:pPr>
            <a:r>
              <a:rPr lang="es-ES" dirty="0"/>
              <a:t>cuál será el valor total de la inversión.</a:t>
            </a:r>
          </a:p>
          <a:p>
            <a:pPr marL="228600" indent="-228600">
              <a:buFont typeface="+mj-lt"/>
              <a:buAutoNum type="arabicPeriod"/>
            </a:pPr>
            <a:r>
              <a:rPr lang="es-ES" dirty="0"/>
              <a:t>Toda la información relevante sobre tu negocio debe considerarse en este momento de forma objetiva.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BD70A9-262D-493C-8918-FDE1087A745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49380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750_TF16411250.potx" id="{EC119539-042E-42FB-99A7-818D6F707D97}" vid="{2C342CDD-8033-4EFC-A050-FD44D51CF9E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2218FC-8412-44B9-9E82-D51F1F531141}">
  <ds:schemaRefs>
    <ds:schemaRef ds:uri="http://purl.org/dc/terms/"/>
    <ds:schemaRef ds:uri="fb0879af-3eba-417a-a55a-ffe6dcd6ca77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6dc4bcd6-49db-4c07-9060-8acfc67cef9f"/>
    <ds:schemaRef ds:uri="http://schemas.microsoft.com/sharepoint/v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negocios atractiva</Template>
  <TotalTime>1257</TotalTime>
  <Words>764</Words>
  <Application>Microsoft Office PowerPoint</Application>
  <PresentationFormat>Panorámica</PresentationFormat>
  <Paragraphs>70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Candara</vt:lpstr>
      <vt:lpstr>Corbel</vt:lpstr>
      <vt:lpstr>Times New Roman</vt:lpstr>
      <vt:lpstr>Tema de Office</vt:lpstr>
      <vt:lpstr>PLAN DE NEGOCIO</vt:lpstr>
      <vt:lpstr>Qué es un</vt:lpstr>
      <vt:lpstr>Objetivos y Beneficios</vt:lpstr>
      <vt:lpstr>Presentación de PowerPoint</vt:lpstr>
      <vt:lpstr>CONTENIDO DE UN </vt:lpstr>
      <vt:lpstr>Presentación de PowerPoint</vt:lpstr>
      <vt:lpstr>Presentación de PowerPoint</vt:lpstr>
      <vt:lpstr>CONTENIDO DE UN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NeoTronic ®</dc:title>
  <dc:creator>alejandro blanco</dc:creator>
  <cp:lastModifiedBy>Lizmaida Alcala</cp:lastModifiedBy>
  <cp:revision>81</cp:revision>
  <cp:lastPrinted>2021-06-28T19:31:24Z</cp:lastPrinted>
  <dcterms:created xsi:type="dcterms:W3CDTF">2020-10-01T19:01:37Z</dcterms:created>
  <dcterms:modified xsi:type="dcterms:W3CDTF">2022-01-26T08:05:48Z</dcterms:modified>
</cp:coreProperties>
</file>